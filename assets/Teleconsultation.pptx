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1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420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669280" cy="5669280"/>
          </a:xfrm>
          <a:prstGeom prst="ellipse">
            <a:avLst/>
          </a:prstGeom>
          <a:ln w="15240">
            <a:solidFill>
              <a:srgbClr val="2C5C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640080"/>
            <a:ext cx="4023360" cy="4023360"/>
          </a:xfrm>
          <a:prstGeom prst="ellipse">
            <a:avLst/>
          </a:prstGeom>
          <a:ln w="15240">
            <a:solidFill>
              <a:srgbClr val="2C5C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182880"/>
            <a:ext cx="2377440" cy="2377440"/>
          </a:xfrm>
          <a:prstGeom prst="ellipse">
            <a:avLst/>
          </a:prstGeom>
          <a:ln w="15240">
            <a:solidFill>
              <a:srgbClr val="355F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94360"/>
            <a:ext cx="502920" cy="502920"/>
          </a:xfrm>
          <a:prstGeom prst="ellipse">
            <a:avLst/>
          </a:prstGeom>
          <a:solidFill>
            <a:srgbClr val="2F6F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621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Dr Hédi Belhoula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Téléconsultation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520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une téléconsultation et régler en ligne, en toute confiance.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rdv-paiement.onrender.com/reserver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constat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prise de rendez-vous et le paiement se font encore majoritairement au téléphone et au cabinet — ce qui coûte du temps et laisse la porte ouverte aux rendez-vous manqués.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658368" cy="658368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6" name="Image 0" descr="icons/phone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60" y="2603480"/>
            <a:ext cx="480609" cy="4806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4963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Réservation par téléphone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8437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secrétariat mobilisé pour chaque appel, aux heures d'ouverture seulement.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721608"/>
            <a:ext cx="658368" cy="658368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0" name="Image 1" descr="icons/clock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60" y="3810488"/>
            <a:ext cx="480609" cy="48060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Rendez-vous manqués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4050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engagement pris par le patient avant la consultation.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928616"/>
            <a:ext cx="658368" cy="658368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4" name="Image 2" descr="icons/cardX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60" y="5017496"/>
            <a:ext cx="480609" cy="48060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910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sur place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5257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manuel au cabinet, espèces, suivi comptable plus lourd.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Visiter le site. Un paiement. Un rendez-vous confirmé.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Téléconsultation en un seul pas réunit en une seule page ce qui prenait auparavant un appel, un déplacement et une attente au cabinet.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749040"/>
            <a:ext cx="685800" cy="68580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8" name="Image 0" descr="icons/bolt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03" y="3841623"/>
            <a:ext cx="500634" cy="50063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937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formulaire, un paiement, quelques minutes suffisent.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342900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3749040"/>
            <a:ext cx="685800" cy="68580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3" name="Image 1" descr="icons/shield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023" y="3841623"/>
            <a:ext cx="500634" cy="50063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Sécurisé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937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traité par Flouci, prix TTC affichés sans surprise.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342900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3749040"/>
            <a:ext cx="685800" cy="68580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8" name="Image 2" descr="icons/mobileScreen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343" y="3841623"/>
            <a:ext cx="500634" cy="50063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effort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937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un téléphone, à toute heure, sans appel.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patient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parcours, en 3 étapes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1F4B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2423160"/>
            <a:ext cx="685800" cy="68580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8" name="Image 0" descr="icons/userDoc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3" y="2515743"/>
            <a:ext cx="500634" cy="50063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Réserver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49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téléphone et type de consultation.</a:t>
            </a:r>
            <a:endParaRPr lang="en-US" sz="1250" dirty="0"/>
          </a:p>
        </p:txBody>
      </p:sp>
      <p:pic>
        <p:nvPicPr>
          <p:cNvPr id="11" name="Image 1" descr="icons/arrowRigh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4" y="3566160"/>
            <a:ext cx="384048" cy="384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89120" y="214884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1F4B4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675120" y="2423160"/>
            <a:ext cx="685800" cy="68580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6" name="Image 2" descr="icons/creditCard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703" y="2515743"/>
            <a:ext cx="500634" cy="5006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3749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bancaire, e-dinar ou wallet via Flouci.</a:t>
            </a:r>
            <a:endParaRPr lang="en-US" sz="1250" dirty="0"/>
          </a:p>
        </p:txBody>
      </p:sp>
      <p:pic>
        <p:nvPicPr>
          <p:cNvPr id="19" name="Image 3" descr="icons/arrowRigh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3566160"/>
            <a:ext cx="384048" cy="38404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38160" y="214884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412480" y="2423160"/>
            <a:ext cx="502920" cy="502920"/>
          </a:xfrm>
          <a:prstGeom prst="ellipse">
            <a:avLst/>
          </a:prstGeom>
          <a:solidFill>
            <a:srgbClr val="1F4B4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4124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10424160" y="2423160"/>
            <a:ext cx="685800" cy="68580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24" name="Image 4" descr="icons/calendar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6743" y="2515743"/>
            <a:ext cx="500634" cy="50063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41248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son créneau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8412480" y="3749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Proposé juste après confirmation du paiement.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créneau n'est proposé qu'après confirmation du paiement — ce qui réduit le risque de rendez-vous non honorés.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DC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produit, en situation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21992" y="1444752"/>
            <a:ext cx="3086968" cy="5020056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/>
        </p:spPr>
      </p:sp>
      <p:pic>
        <p:nvPicPr>
          <p:cNvPr id="5" name="Image 0" descr="screenshot_re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554480"/>
            <a:ext cx="2867512" cy="4800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6519672"/>
            <a:ext cx="34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Formulaire de réservation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12464" y="1444752"/>
            <a:ext cx="3968496" cy="5020056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/>
        </p:spPr>
      </p:sp>
      <p:pic>
        <p:nvPicPr>
          <p:cNvPr id="8" name="Image 1" descr="screenshot_flou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192" y="1554480"/>
            <a:ext cx="3749040" cy="4800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47872" y="6519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Paiement sécurisé via Flouci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Pensé pour rassurer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6" name="Image 0" descr="icons/shield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11" y="2189531"/>
            <a:ext cx="467258" cy="4672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48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sécurisé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4505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 par Flouci : carte bancaire, e-dinar ou wallet.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1" name="Image 1" descr="icons/stamp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211" y="218953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048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Prix TTC affichés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4505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frais additionnel ajouté au moment de payer.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6" name="Image 2" descr="icons/calendar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1" y="420121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059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Créneau confirmé après paiement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4622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rendez-vous n'est proposé qu'une fois le règlement validé.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404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21" name="Image 3" descr="icons/userDoc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211" y="4201211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059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Praticien identifié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44622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à l'Ordre des médecins de Tunisie affichée dès la page de réservation.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écosystème connecté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rdv-paiement s'intègre à l'agenda et aux rappels déjà utilisés par le cabinet.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32004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081528"/>
            <a:ext cx="731520" cy="73152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7" name="Image 0" descr="icons/qr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35" y="3180283"/>
            <a:ext cx="534010" cy="5340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RDV PAIEMENT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3616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public de réservation et paiement en ligne (Flouci).</a:t>
            </a:r>
            <a:endParaRPr lang="en-US" sz="1150" dirty="0"/>
          </a:p>
        </p:txBody>
      </p:sp>
      <p:pic>
        <p:nvPicPr>
          <p:cNvPr id="10" name="Image 1" descr="icons/arrowRigh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3886200"/>
            <a:ext cx="384048" cy="384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2788920"/>
            <a:ext cx="32004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97880" y="3081528"/>
            <a:ext cx="731520" cy="73152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3" name="Image 2" descr="icons/calendar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6635" y="3180283"/>
            <a:ext cx="534010" cy="5340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9204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RDV CABINET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43616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interne : création du rendez-vous après paiement confirmé.</a:t>
            </a:r>
            <a:endParaRPr lang="en-US" sz="1150" dirty="0"/>
          </a:p>
        </p:txBody>
      </p:sp>
      <p:pic>
        <p:nvPicPr>
          <p:cNvPr id="16" name="Image 3" descr="icons/arrowRigh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3886200"/>
            <a:ext cx="384048" cy="38404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549640" y="2788920"/>
            <a:ext cx="32004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784080" y="3081528"/>
            <a:ext cx="731520" cy="73152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9" name="Image 4" descr="icons/bell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2835" y="3180283"/>
            <a:ext cx="534010" cy="53401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77824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RDV CBH APP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8778240" y="43616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patient : rappels et notifications avant la consultation.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Coulisses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 le capot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" cy="603504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5" name="Image 0" descr="icons/server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53" y="1955993"/>
            <a:ext cx="440558" cy="4405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8562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/ Express, hébergé sur Render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945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web dédié au formulaire de réservation et à la génération du paiement.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603504" cy="603504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9" name="Image 1" descr="icons/creditCard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53" y="3053273"/>
            <a:ext cx="440558" cy="44055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9535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Flouci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2918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lien de paiement et vérification du statut de la transaction.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603504" cy="603504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3" name="Image 2" descr="icons/cloud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53" y="4150553"/>
            <a:ext cx="440558" cy="44055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050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/ Firestore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3891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de la demande de réservation, transmise à l'agenda du cabinet.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166360"/>
            <a:ext cx="603504" cy="603504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7" name="Image 3" descr="icons/gears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53" y="5247833"/>
            <a:ext cx="440558" cy="44055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514807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par identifiant unique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5486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réservation est tracée de bout en bout, y compris en cas d'échec.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d'évolution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6" name="Image 0" descr="icons/bell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11" y="2189531"/>
            <a:ext cx="467258" cy="4672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482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Rappels automatiques post-paiement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5054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immédiate par SMS ou notification push.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1" name="Image 1" descr="icons/chartLine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211" y="218953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0482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bord de suivi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5054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réservations, paiements et créneaux choisis.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6" name="Image 2" descr="icons/userDoc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1" y="420121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0599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Plusieurs praticiens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51713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le formulaire à d'autres médecins ou types de consultation.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404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21" name="Image 3" descr="icons/route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211" y="4201211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0599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Statistiques de fréquentation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451713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créneaux et types de consultation les plus demandés.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120640" cy="5120640"/>
          </a:xfrm>
          <a:prstGeom prst="ellipse">
            <a:avLst/>
          </a:prstGeom>
          <a:ln w="15240">
            <a:solidFill>
              <a:srgbClr val="2C5C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114800"/>
            <a:ext cx="3474720" cy="3474720"/>
          </a:xfrm>
          <a:prstGeom prst="ellipse">
            <a:avLst/>
          </a:prstGeom>
          <a:ln w="15240">
            <a:solidFill>
              <a:srgbClr val="2C5C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Réservez votre téléconsultation dès maintenant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Dr Hédi Belhoula — Médecine générale, Homéopathie &amp; Téléconsultation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39"/>
            <a:ext cx="3566160" cy="1033271"/>
          </a:xfrm>
          <a:prstGeom prst="roundRect">
            <a:avLst>
              <a:gd name="adj" fmla="val 11765"/>
            </a:avLst>
          </a:prstGeom>
          <a:solidFill>
            <a:srgbClr val="2F6F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442715"/>
            <a:ext cx="3566160" cy="932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rdv-paiement.onrender.com/reserver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</a:rPr>
              <a:t>directement ou à travers le site web :</a:t>
            </a:r>
          </a:p>
          <a:p>
            <a:pPr marL="0" indent="0" algn="ctr">
              <a:buNone/>
            </a:pPr>
            <a:endParaRPr lang="en-US" sz="1300" b="1" dirty="0">
              <a:solidFill>
                <a:schemeClr val="accent4">
                  <a:lumMod val="60000"/>
                  <a:lumOff val="40000"/>
                </a:schemeClr>
              </a:solidFill>
              <a:latin typeface="Calibri" pitchFamily="34" charset="0"/>
            </a:endParaRP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web: hedibelhoula.netlify.app</a:t>
            </a:r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118872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</p:spPr>
      </p:sp>
      <p:pic>
        <p:nvPicPr>
          <p:cNvPr id="9" name="Image 0" descr="icons/qr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417320"/>
            <a:ext cx="2468880" cy="2468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03920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pour réserver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581</Words>
  <Application>Microsoft Office PowerPoint</Application>
  <PresentationFormat>Grand écran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4</cp:revision>
  <dcterms:created xsi:type="dcterms:W3CDTF">2026-09-08T07:40:35Z</dcterms:created>
  <dcterms:modified xsi:type="dcterms:W3CDTF">2026-09-22T07:28:22Z</dcterms:modified>
</cp:coreProperties>
</file>