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137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NEXtCARE </a:t>
            </a: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la facturation des tiers-payants, directement depuis Excel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4114800"/>
            <a:ext cx="10058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Hédi BELHOULA
</a:t>
            </a:r>
            <a:r>
              <a:rPr lang="en-US" sz="12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NEXtCARE Tunisie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facturation multi-assureurs encore gérée à la main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nextcare_pitch/icon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71" y="1988271"/>
            <a:ext cx="430865" cy="4308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92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dizaines de lignes à trier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286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acte facturé à un assureur (LLOYD, STAR, COMAR, AMI, BNA…) doit être identifié et classé manuellement, assureur par assureur.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3375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/home/claude/nextcare_pitch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71" y="3405591"/>
            <a:ext cx="430865" cy="4308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310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risque d'erreurs et de doublons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703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manuelle, copier-coller, additions à la main : chaque étape est une source potentielle d'erreur dans les montants facturés.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7548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/home/claude/nextcare_pitch/icon_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671" y="4822911"/>
            <a:ext cx="430865" cy="4308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7274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facture à reconstituer chaque mois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5120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ensuite remettre en forme un document présentable, avec les bons totaux, prêt à être transmis à NEXtCARE.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NEXtCARE Manager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804672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application intégrée à Excel, pensée pour le cabinet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classeur macro qui transforme un export CSV NEXtCARE en facturation prête à l'emploi, en trois étapes.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B2B2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nextcare_pitch/icon_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27285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918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6E9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34747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3931920"/>
            <a:ext cx="2788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suffit pour charger le fichier CSV exporté par NEXtCARE. Les colonnes utiles sont reconnues automatiquement.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233172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B2B2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26517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/home/claude/nextcare_pitch/icon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530" y="2728570"/>
            <a:ext cx="486461" cy="4864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6E9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617720" y="34747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Ventiler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17720" y="3931920"/>
            <a:ext cx="2788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est redirigée vers l'onglet du bon assureur ; un nouvel onglet est créé si besoin, sans doublon.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46720" y="233172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B2B2B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66760" y="26517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2" descr="/home/claude/nextcare_pitch/icon_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570" y="2728570"/>
            <a:ext cx="486461" cy="4864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7899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6E9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8366760" y="34747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Facturer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366760" y="3931920"/>
            <a:ext cx="2788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totaux se calculent en formules et la facture PDF est générée et classée automatiquement.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NEXtCARE Manager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04672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interface claire, dédiée au cabinet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213055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4767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onglet par compagnie d'assurance, créé automatiquement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90779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2491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actions accessibles en un clic : import, impression, suppression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68503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50215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tableau lisible : patient, carte de membre, montants et part assureur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46227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7939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total se recalcule seul à chaque nouvel import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55080" y="4944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— Cabinet Dr. Hédi Belhoula, onglet LLOYD Assurances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NEXtCARE Manager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4672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18" name="Image 17" descr="Une image contenant texte, logiciel, Icône d’ordinateur, Page web&#10;&#10;Description générée automatiquement">
            <a:extLst>
              <a:ext uri="{FF2B5EF4-FFF2-40B4-BE49-F238E27FC236}">
                <a16:creationId xmlns:a16="http://schemas.microsoft.com/office/drawing/2014/main" id="{A870FE7A-DFAA-AF10-16B8-1EEF5EE32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63889"/>
            <a:ext cx="4754844" cy="29992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ce qu'il faut, rien à saisir à la main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305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nextcare_pitch/icon_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2190902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207568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automatique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743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intelligente des colonnes du CSV NEXtCARE, quel que soit leur ordre.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8745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21305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nextcare_pitch/icon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062" y="2190902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7568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 par assureur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743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automatique des lignes dans l'onglet de la bonne compagnie.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8745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02752" y="21305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nextcare_pitch/icon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102" y="2190902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42832" y="207568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Anti-doublon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2752" y="2743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lignes déjà importées sont reconnues et ne sont jamais comptées deux fois.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1422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nextcare_pitch/icon_calend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" y="4202582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44752" y="40873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fiabilisées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sécurisée du format américain MM/JJ/AAAA et tri chronologique.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886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53712" y="41422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/home/claude/nextcare_pitch/icon_ha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4062" y="4202582"/>
            <a:ext cx="382219" cy="3822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40873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Totaux en formules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onglet se recalcule automatiquement — aucun total tapé à la main.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886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02752" y="41422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/home/claude/nextcare_pitch/icon_f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3102" y="4202582"/>
            <a:ext cx="382219" cy="3822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42832" y="40873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en un clic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02752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horodatée générée et classée automatiquement dans le bon dossier.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NEXtCARE Manager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804672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Nouveautés de cette version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bordereau du mois plus sûr, une impression plus rapide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305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nextcare_pitch/icon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022" y="2190902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207568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Bordereau du mois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743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import repart sur des cellules vides : le bordereau ne montre que les consultations du mois, plus rien de cumulatif.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8745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21305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nextcare_pitch/icon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062" y="2190902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7568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 automatique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743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chaque vidange, l'ancien bordereau est sauvegardé dans un dossier Archives, accessible en un clic.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8745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02752" y="21305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nextcare_pitch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102" y="2190902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42832" y="207568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avant vidange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2752" y="2743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confirmation est demandée avant chaque remise à zéro, pour éviter toute perte accidentelle de données.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1422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nextcare_pitch/icon_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" y="4202582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44752" y="40873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immédiate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PDF s'enregistre puis s'ouvre aussitôt dans la visionneuse par défaut, prêt pour Ctrl+P.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886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53712" y="41422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/home/claude/nextcare_pitch/icon_h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4062" y="4202582"/>
            <a:ext cx="382219" cy="3822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40873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lié à l'appli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et archives sont rangés dans "Archive Bordereaux", juste à côté de l'application — jamais perdus dans Documents.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886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02752" y="41422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/home/claude/nextcare_pitch/icon_f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3102" y="4202582"/>
            <a:ext cx="382219" cy="3822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42832" y="40873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clair/sombre cohérent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02752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et toute l'interface suivent enfin le thème choisi, mémorisé d'une session à l'autre.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NEXtCARE Manager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804672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facture prête à transmettre, en un clic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213055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4767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 complet généré automatiquement : praticien, assureur, mois, coordonnées NEXtCARE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99923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1635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triées par date, avec le détail patient, carte de membre et montants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86791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8503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mis en évidence, calculé par formule — jamais saisi à la main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73659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55371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horodaté, enregistré et ouvert automatiquement pour impression, dans le dossier Archive Bordereaux (à côté de l'application)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2148840"/>
            <a:ext cx="5532120" cy="1854703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52400" dist="50800" dir="5400000" algn="bl" rotWithShape="0">
              <a:srgbClr val="1B2B2B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55080" y="3454903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— Facture LLOYD Assurances / Août 2026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NEXtCARE Manager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4672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18" name="Image 17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45025812-E888-8045-8DD1-080159710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962" y="2059315"/>
            <a:ext cx="5547358" cy="19442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029200" cy="50292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gagne le cabinet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nextcare_pitch/icon_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00253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7889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temps retrouvé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tri, le calcul et la mise en page qui prenaient des heures se font en quelques secondes.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192024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1" descr="/home/claude/nextcare_pitch/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2002536"/>
            <a:ext cx="521208" cy="521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97680" y="27889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fiabilité accrue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297680" y="329184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 automatiques et anti-doublon suppriment les erreurs de saisie et de calcul.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46720" y="192024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2" descr="/home/claude/nextcare_pitch/icon_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9016" y="2002536"/>
            <a:ext cx="521208" cy="5212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0" y="27889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historique organisé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046720" y="329184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facture est classée, horodatée et prête à être retrouvée à tout moment.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NEXtCARE Manager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804672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017520"/>
            <a:ext cx="5029200" cy="50292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NEXtCARE </a:t>
            </a: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facturation plus simple, plus fiable, plus rapide.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717</Words>
  <Application>Microsoft Office PowerPoint</Application>
  <PresentationFormat>Grand écran</PresentationFormat>
  <Paragraphs>96</Paragraphs>
  <Slides>9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Cabinet Belhoula Hédi</cp:lastModifiedBy>
  <cp:revision>4</cp:revision>
  <dcterms:created xsi:type="dcterms:W3CDTF">2026-09-04T07:55:12Z</dcterms:created>
  <dcterms:modified xsi:type="dcterms:W3CDTF">2026-09-21T17:01:57Z</dcterms:modified>
</cp:coreProperties>
</file>