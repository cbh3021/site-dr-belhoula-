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173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828800"/>
            <a:ext cx="5943600" cy="5943600"/>
          </a:xfrm>
          <a:prstGeom prst="ellipse">
            <a:avLst/>
          </a:prstGeom>
          <a:solidFill>
            <a:srgbClr val="0F3A35"/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4114800"/>
            <a:ext cx="3840480" cy="3840480"/>
          </a:xfrm>
          <a:prstGeom prst="ellipse">
            <a:avLst/>
          </a:prstGeom>
          <a:solidFill>
            <a:srgbClr val="0E332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060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Rappel RDV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plus manquer un rendez-vous, catégorie par catégorie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0058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Hédi BELHOULA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6451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Android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rendez-vous difficiles à ne pas oublier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6FAF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6" name="Image 0" descr="/home/claude/build/icons/icon_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4505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004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types de RDV à distinguer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8404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ordinaire, APCI, explorations... chaque catégorie mérite un suivi propre, difficile à organiser dans un agenda classique.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6FAFA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2860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11" name="Image 1" descr="/home/claude/build/icons/icon_red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4505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2004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rappels périodiques fastidieux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38404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contrôle tous les X jours, semaines ou mois : sans automatisation, chaque échéance doit être ressaisie une à une.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55280" y="196596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6FA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5320" y="22860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16" name="Image 2" descr="/home/claude/build/icons/icon_bellslas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245059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32004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oubli si l'app est fermée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75320" y="38404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notification qui ne se déclenche pas app fermée, ou après un redémarrage du téléphone, ne sert à rien.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RDV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rappel fiable, du premier geste à la notification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natives Android, même application fermée.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F6FA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C9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965960" y="292608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8" name="Image 0" descr="/home/claude/build/icons/icon_calplu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552" y="3090672"/>
            <a:ext cx="356616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794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42062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Catégorie, motif, date et heure — unique ou périodique, avec délai de rappel personnalisé.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214884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F6FAFA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C9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623560" y="292608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14" name="Image 1" descr="/home/claude/build/icons/icon_co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52" y="309067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0" y="3794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72000" y="42062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notifications natives sont programmées automatiquement, y compris pour les séries sans fin (jusqu'à 60 jours à l'avance).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955280" y="214884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F6FAFA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C9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9281160" y="292608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20" name="Image 2" descr="/home/claude/build/icons/icon_bel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5752" y="3090672"/>
            <a:ext cx="356616" cy="3566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9600" y="3794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rappelé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229600" y="42062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notification arrive même app fermée ou après redémarrage du téléphone — tout est reprogrammé automatiquement.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RDV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Toutes les catégories de RDV, en un coup d'œil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760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catégories visibles avec compteur : C. ordinaire, APCI, Explorations, Autres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d'un rendez-vous en un geste, via le bouton dédié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et restauration en un clic (export/import), avec rappel automatique passé 14 jours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données restent sur le téléphone : aucun compte, aucun serveur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174736" y="1636776"/>
            <a:ext cx="3901358" cy="4270248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E1E8E7"/>
            </a:solidFill>
            <a:prstDash val="solid"/>
          </a:ln>
          <a:effectLst>
            <a:outerShdw blurRad="127000" dist="38100" dir="5400000" algn="bl" rotWithShape="0">
              <a:srgbClr val="1A3B36">
                <a:alpha val="25000"/>
              </a:srgbClr>
            </a:outerShdw>
          </a:effectLst>
        </p:spPr>
      </p:sp>
      <p:pic>
        <p:nvPicPr>
          <p:cNvPr id="6" name="Image 0" descr="/mnt/user-data/uploads/23_09_2026_08_27_54_R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691640"/>
            <a:ext cx="3791630" cy="4160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0" y="5961888"/>
            <a:ext cx="4706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d'écran — Écran d'accueil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RDV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ajout de rendez-vous en quelques secondes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63640" y="1783080"/>
            <a:ext cx="5257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 en un tap (+ champ "Préciser" pour Autres)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ou patient en texte libre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et heure, avec clavier natif Android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ou périodique : tous les X jours / semaines / mois, avec fin optionnelle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rappel au choix : à l'heure du RDV, 30 min ou 1h avant, ou la veille à 18h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408176" y="1545336"/>
            <a:ext cx="3654207" cy="4361688"/>
          </a:xfrm>
          <a:prstGeom prst="roundRect">
            <a:avLst>
              <a:gd name="adj" fmla="val 3003"/>
            </a:avLst>
          </a:prstGeom>
          <a:solidFill>
            <a:srgbClr val="FFFFFF"/>
          </a:solidFill>
          <a:ln w="12700">
            <a:solidFill>
              <a:srgbClr val="E1E8E7"/>
            </a:solidFill>
            <a:prstDash val="solid"/>
          </a:ln>
          <a:effectLst>
            <a:outerShdw blurRad="127000" dist="38100" dir="5400000" algn="bl" rotWithShape="0">
              <a:srgbClr val="1A3B36">
                <a:alpha val="25000"/>
              </a:srgbClr>
            </a:outerShdw>
          </a:effectLst>
        </p:spPr>
      </p:sp>
      <p:pic>
        <p:nvPicPr>
          <p:cNvPr id="6" name="Image 0" descr="/mnt/user-data/uploads/23_09_2026_08_28_16_R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600200"/>
            <a:ext cx="3544479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5961888"/>
            <a:ext cx="4458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d'écran — Nouveau RDV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RDV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 ce qu'il faut pour ne plus rien oublier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5" name="Image 0" descr="/home/claude/build/icons/icon_be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204094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856232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natives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2496312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rappels Android locaux, sans connexion ni serveur, qui fonctionnent app fermée.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19202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9" name="Image 1" descr="/home/claude/build/icons/icon_red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381" y="204094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56048" y="1856232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RDV périodiques automatiques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297680" y="2496312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X jours, semaines ou mois, avec fin optionnelle (occurrences ou date).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955280" y="19202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13" name="Image 2" descr="/home/claude/build/icons/icon_slid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5981" y="204094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13648" y="1856232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rappel modulable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955280" y="2496312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l'heure du RDV, 30 min ou 1h avant, ou la veille à 18h.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3931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17" name="Image 3" descr="/home/claude/build/icons/icon_tag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1" y="405262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3867912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catégories personnalisables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40080" y="4507992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ordinaire, APCI, Explorations, Autres — avec champ "Préciser" en texte libre.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297680" y="3931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21" name="Image 4" descr="/home/claude/build/icons/icon_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8381" y="4052621"/>
            <a:ext cx="261518" cy="26151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56048" y="3867912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Résiste aux redémarrages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4297680" y="4507992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plugin reprogramme automatiquement toutes les notifications après un redémarrage.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7955280" y="3931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25" name="Image 5" descr="/home/claude/build/icons/icon_expor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5981" y="4052621"/>
            <a:ext cx="261518" cy="26151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613648" y="3867912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et restauration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7955280" y="4507992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et import .json en un clic, avec rappel si aucune sauvegarde depuis 14 jours.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RDV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rappels fiables, qui restent sur le téléphone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6FAF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6" name="Image 0" descr="/home/claude/build/icons/icon_mob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4505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004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reste sur le téléphone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8404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sont stockées en local (localStorage), sans compte ni serveur distant.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6FAFA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2860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11" name="Image 1" descr="/home/claude/build/icons/icon_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4505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2004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n'est envoyé sur internet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38404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pour les rappels périodiques programmés à l'avance : aucune donnée ne quitte l'appareil.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55280" y="196596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6FA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5320" y="22860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16" name="Image 2" descr="/home/claude/build/icons/icon_c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245059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32004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à jour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75320" y="38404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60 jours de rappels programmés d'avance, rechargés automatiquement à chaque ouverture.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RDV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828800"/>
            <a:ext cx="5943600" cy="5943600"/>
          </a:xfrm>
          <a:prstGeom prst="ellipse">
            <a:avLst/>
          </a:prstGeom>
          <a:solidFill>
            <a:srgbClr val="0F3A35"/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4114800"/>
            <a:ext cx="3840480" cy="3840480"/>
          </a:xfrm>
          <a:prstGeom prst="ellipse">
            <a:avLst/>
          </a:prstGeom>
          <a:solidFill>
            <a:srgbClr val="0E332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GAGNE LE PRATICIEN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F3A35"/>
          </a:solidFill>
          <a:ln/>
        </p:spPr>
      </p:sp>
      <p:pic>
        <p:nvPicPr>
          <p:cNvPr id="6" name="Image 0" descr="/home/claude/build/icons/icon_checkcirc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2677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aucun oubli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rappels arrivent même app fermée, sans dépendre d'une connexion internet.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21031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F3A35"/>
          </a:solidFill>
          <a:ln/>
        </p:spPr>
      </p:sp>
      <p:pic>
        <p:nvPicPr>
          <p:cNvPr id="10" name="Image 1" descr="/home/claude/build/icons/icon_layers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226771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97680" y="30175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suivi organisé par type d'acte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297680" y="352044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catégorie de rendez-vous reste identifiable et comptée en un coup d'œil.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955280" y="21031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F3A35"/>
          </a:solidFill>
          <a:ln/>
        </p:spPr>
      </p:sp>
      <p:pic>
        <p:nvPicPr>
          <p:cNvPr id="14" name="Image 2" descr="/home/claude/build/icons/icon_redo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2267712"/>
            <a:ext cx="356616" cy="3566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55280" y="30175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ressaisie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955280" y="352044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rendez-vous périodiques se programment une seule fois, pour toute la série.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RDV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828800"/>
            <a:ext cx="5943600" cy="5943600"/>
          </a:xfrm>
          <a:prstGeom prst="ellipse">
            <a:avLst/>
          </a:prstGeom>
          <a:solidFill>
            <a:srgbClr val="0F3A35"/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4114800"/>
            <a:ext cx="3840480" cy="3840480"/>
          </a:xfrm>
          <a:prstGeom prst="ellipse">
            <a:avLst/>
          </a:prstGeom>
          <a:solidFill>
            <a:srgbClr val="0E332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Rappel RDV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rendez-vous programmé, un rappel qui arrive. Toujours.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</Words>
  <Application>Microsoft Office PowerPoint</Application>
  <PresentationFormat>Grand écran</PresentationFormat>
  <Paragraphs>93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Cabinet Belhoula Hédi</cp:lastModifiedBy>
  <cp:revision>2</cp:revision>
  <dcterms:created xsi:type="dcterms:W3CDTF">2026-09-23T07:32:32Z</dcterms:created>
  <dcterms:modified xsi:type="dcterms:W3CDTF">2026-09-23T07:36:53Z</dcterms:modified>
</cp:coreProperties>
</file>